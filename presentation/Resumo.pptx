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7" r:id="rId9"/>
    <p:sldId id="266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7" autoAdjust="0"/>
    <p:restoredTop sz="94660"/>
  </p:normalViewPr>
  <p:slideViewPr>
    <p:cSldViewPr snapToGrid="0">
      <p:cViewPr>
        <p:scale>
          <a:sx n="100" d="100"/>
          <a:sy n="100" d="100"/>
        </p:scale>
        <p:origin x="7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7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03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23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7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1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55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3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4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3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1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222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Uma rajada abstrata de azul e rosa">
            <a:extLst>
              <a:ext uri="{FF2B5EF4-FFF2-40B4-BE49-F238E27FC236}">
                <a16:creationId xmlns:a16="http://schemas.microsoft.com/office/drawing/2014/main" id="{82DE6053-5325-C964-4E92-DFD11FFD3F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DFA743-1EE4-9E8C-08E7-24CED40A2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68969"/>
            <a:ext cx="8183880" cy="960120"/>
          </a:xfrm>
        </p:spPr>
        <p:txBody>
          <a:bodyPr anchor="ctr">
            <a:normAutofit/>
          </a:bodyPr>
          <a:lstStyle/>
          <a:p>
            <a:pPr algn="l"/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9E5A91-FE79-8E85-BE60-C94CCBAE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7245" y="5768969"/>
            <a:ext cx="3399681" cy="955994"/>
          </a:xfrm>
        </p:spPr>
        <p:txBody>
          <a:bodyPr anchor="ctr">
            <a:normAutofit/>
          </a:bodyPr>
          <a:lstStyle/>
          <a:p>
            <a:pPr algn="r"/>
            <a:endParaRPr lang="pt-PT" sz="1900"/>
          </a:p>
        </p:txBody>
      </p:sp>
    </p:spTree>
    <p:extLst>
      <p:ext uri="{BB962C8B-B14F-4D97-AF65-F5344CB8AC3E}">
        <p14:creationId xmlns:p14="http://schemas.microsoft.com/office/powerpoint/2010/main" val="2790725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281294-E1B7-E981-8004-B9B8E6887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</a:t>
            </a:r>
            <a:r>
              <a:rPr lang="pt-PT" dirty="0" err="1"/>
              <a:t>movies</a:t>
            </a:r>
            <a:endParaRPr lang="pt-PT" dirty="0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B18EC797-6391-1A6F-3275-BD0C0C5283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" y="1565373"/>
            <a:ext cx="5191850" cy="11431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86D140D-942B-8CAA-BD30-9A3805F29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42464"/>
            <a:ext cx="7173326" cy="2715004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770834-DB51-0738-E26F-2DB69A795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6424" y="928338"/>
            <a:ext cx="2695951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0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F2E9-1256-7F9A-0D32-3A59787B0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F9DE8-D64A-C2A7-61D4-5E093EDD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</a:t>
            </a:r>
            <a:r>
              <a:rPr lang="pt-PT" dirty="0" err="1"/>
              <a:t>movies</a:t>
            </a:r>
            <a:endParaRPr lang="pt-PT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C35923F7-7818-AC83-E456-59122ABA6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9" y="1204533"/>
            <a:ext cx="4077897" cy="504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1EB3F82-3F03-5426-4B5A-2EA3B85B0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207" y="1204533"/>
            <a:ext cx="6049219" cy="149563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EC7367E4-A6F9-047C-441B-176E870D2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3106" y="3171833"/>
            <a:ext cx="7619876" cy="31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56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7686-F399-E930-FF7E-CAEBE7AA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4346E-09C0-7CF9-3B7E-1858D1D5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ratings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1666AD-DF0B-15BA-AB76-C855979BF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19" y="1209365"/>
            <a:ext cx="6239746" cy="221963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05625E8-708D-90C5-546E-96FC59B94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919" y="3672647"/>
            <a:ext cx="4267796" cy="286742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AFE003C-D330-34C2-7541-85B12C97B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097" y="1209365"/>
            <a:ext cx="5290936" cy="1836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9C59D99-26B1-213F-A473-657DAC7BAC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112" y="4078325"/>
            <a:ext cx="6373114" cy="828791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5F30F782-A55A-0040-32C8-D19AC849F9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3112" y="4834858"/>
            <a:ext cx="3553321" cy="87642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A9FAACC-4AEC-E99F-1940-D37AFAFDF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112" y="5711280"/>
            <a:ext cx="5382376" cy="84784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6D0F5F6-F9D4-FFC3-9F1E-A8C240D5A4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3112" y="3964009"/>
            <a:ext cx="5839640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8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39E9-96D4-12E9-C438-5C5D280E8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CB714-8DAE-DA9D-6438-775D0B521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ratings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B8DE0E8-982A-3340-5A9A-2C17CBD172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77"/>
          <a:stretch>
            <a:fillRect/>
          </a:stretch>
        </p:blipFill>
        <p:spPr>
          <a:xfrm>
            <a:off x="345624" y="1281112"/>
            <a:ext cx="2482516" cy="523398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A9CC6989-B961-52B6-BDCF-92E287F5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8055"/>
          <a:stretch>
            <a:fillRect/>
          </a:stretch>
        </p:blipFill>
        <p:spPr>
          <a:xfrm>
            <a:off x="345624" y="1162049"/>
            <a:ext cx="2482516" cy="1190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6E725BD-6513-D518-9A43-75697A59F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4560" y="1162049"/>
            <a:ext cx="6285245" cy="54000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B5CEECEC-6BD3-BE61-7F9E-5A4E26B4B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560" y="952467"/>
            <a:ext cx="5677692" cy="22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5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4242-4173-0104-5F67-F131C89A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C6DBED-B422-0016-8974-68E1D2F63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ratings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3591376-F3E8-A5A3-A314-A79814819E66}"/>
              </a:ext>
            </a:extLst>
          </p:cNvPr>
          <p:cNvGrpSpPr/>
          <p:nvPr/>
        </p:nvGrpSpPr>
        <p:grpSpPr>
          <a:xfrm>
            <a:off x="2704031" y="1114769"/>
            <a:ext cx="6470811" cy="5569006"/>
            <a:chOff x="2704031" y="1114769"/>
            <a:chExt cx="6470811" cy="5569006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620AD529-A0C1-67E1-1CD7-6D57B5493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15278"/>
            <a:stretch>
              <a:fillRect/>
            </a:stretch>
          </p:blipFill>
          <p:spPr>
            <a:xfrm>
              <a:off x="2704031" y="1247775"/>
              <a:ext cx="6470811" cy="5436000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33C10D7-3A68-AEA7-E1A1-2D09F8D8C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6441" b="98061"/>
            <a:stretch>
              <a:fillRect/>
            </a:stretch>
          </p:blipFill>
          <p:spPr>
            <a:xfrm>
              <a:off x="2704031" y="1114769"/>
              <a:ext cx="6470811" cy="1330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6059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5E3F9-9182-EDC6-39B5-D5602D5D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B34A2-DBEB-F953-31B4-A37B0B50C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links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054B141-2C57-F9E2-AF20-00B92EC8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114769"/>
            <a:ext cx="5258534" cy="148610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5D4F285-A06F-73FD-2C36-3FF08BE2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2681085"/>
            <a:ext cx="2295845" cy="290553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8636101-4240-F7A1-0122-33AFBBD8C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073" y="2909685"/>
            <a:ext cx="2753109" cy="116221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5FA3250-86F8-A86A-026B-BF189B7B44B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106"/>
          <a:stretch>
            <a:fillRect/>
          </a:stretch>
        </p:blipFill>
        <p:spPr>
          <a:xfrm>
            <a:off x="3118073" y="4714875"/>
            <a:ext cx="4077269" cy="8760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305F73C-E0CF-84B1-EEA0-9261789CD7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0596"/>
          <a:stretch>
            <a:fillRect/>
          </a:stretch>
        </p:blipFill>
        <p:spPr>
          <a:xfrm>
            <a:off x="3118072" y="4447626"/>
            <a:ext cx="4077269" cy="1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6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2330-7342-3E3E-35EC-AF5749E9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451F58-EEA9-4F51-67B4-2C785DC8C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Tabela </a:t>
            </a:r>
            <a:r>
              <a:rPr lang="pt-PT" dirty="0" err="1"/>
              <a:t>Tags</a:t>
            </a:r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C6EF61-1655-241D-D2E6-56242489B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86" y="1242897"/>
            <a:ext cx="6287377" cy="164805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FC399A6-0977-05A4-95D2-DE8E45486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86" y="3019224"/>
            <a:ext cx="5096586" cy="287695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E162FBE-A083-FF2B-2266-E60ED3826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9439" y="3019224"/>
            <a:ext cx="3477110" cy="1162212"/>
          </a:xfrm>
          <a:prstGeom prst="rect">
            <a:avLst/>
          </a:prstGeom>
        </p:spPr>
      </p:pic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93B931E-52E8-8BA9-594A-F48CED11CA6A}"/>
              </a:ext>
            </a:extLst>
          </p:cNvPr>
          <p:cNvGrpSpPr/>
          <p:nvPr/>
        </p:nvGrpSpPr>
        <p:grpSpPr>
          <a:xfrm>
            <a:off x="6096000" y="4868495"/>
            <a:ext cx="5372850" cy="1027680"/>
            <a:chOff x="5952155" y="4288358"/>
            <a:chExt cx="5372850" cy="1027680"/>
          </a:xfrm>
        </p:grpSpPr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89C80C67-52D0-9308-FD68-53CACA170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56048"/>
            <a:stretch>
              <a:fillRect/>
            </a:stretch>
          </p:blipFill>
          <p:spPr>
            <a:xfrm>
              <a:off x="5952155" y="4457699"/>
              <a:ext cx="5372850" cy="858339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7D844393-1018-FC91-3333-BCC663EB7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91575"/>
            <a:stretch>
              <a:fillRect/>
            </a:stretch>
          </p:blipFill>
          <p:spPr>
            <a:xfrm>
              <a:off x="5952155" y="4288358"/>
              <a:ext cx="5372850" cy="1645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270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AFF8D-529F-B346-4EB6-190747A7B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7404CF-931A-0CFE-AE6F-C0FB7631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EDA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0AACFA2-7B0A-2D31-87E2-B378F13F689F}"/>
              </a:ext>
            </a:extLst>
          </p:cNvPr>
          <p:cNvGrpSpPr/>
          <p:nvPr/>
        </p:nvGrpSpPr>
        <p:grpSpPr>
          <a:xfrm>
            <a:off x="1614483" y="1345677"/>
            <a:ext cx="8649908" cy="4642321"/>
            <a:chOff x="1771045" y="1982762"/>
            <a:chExt cx="8649908" cy="4642321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6313BDE0-2754-9102-8A15-A3B0E670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341"/>
            <a:stretch>
              <a:fillRect/>
            </a:stretch>
          </p:blipFill>
          <p:spPr>
            <a:xfrm>
              <a:off x="1771046" y="2555913"/>
              <a:ext cx="8649907" cy="4069170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9252FAEA-200A-7E15-4F9F-1F73DE698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1034"/>
            <a:stretch>
              <a:fillRect/>
            </a:stretch>
          </p:blipFill>
          <p:spPr>
            <a:xfrm>
              <a:off x="1771045" y="1982762"/>
              <a:ext cx="8649907" cy="5731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0251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8E868-2E74-4FB1-CE6F-9D15C770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8D6986-0CDC-9BA4-8343-BC4325B2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EDA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57292FC-A1A5-BB34-2C5F-0D9CFCFBF7B7}"/>
              </a:ext>
            </a:extLst>
          </p:cNvPr>
          <p:cNvGrpSpPr/>
          <p:nvPr/>
        </p:nvGrpSpPr>
        <p:grpSpPr>
          <a:xfrm>
            <a:off x="1780573" y="1531342"/>
            <a:ext cx="9000000" cy="4546970"/>
            <a:chOff x="2056344" y="2019115"/>
            <a:chExt cx="8630854" cy="4546970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029D93EE-21DD-CC72-8D0E-3BEE27EAE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1659"/>
            <a:stretch>
              <a:fillRect/>
            </a:stretch>
          </p:blipFill>
          <p:spPr>
            <a:xfrm>
              <a:off x="2056344" y="2019115"/>
              <a:ext cx="8630854" cy="491856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29DFDDF-7E69-A4B8-6966-3AE3CD4C6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1232"/>
            <a:stretch>
              <a:fillRect/>
            </a:stretch>
          </p:blipFill>
          <p:spPr>
            <a:xfrm>
              <a:off x="2056344" y="2510971"/>
              <a:ext cx="8630854" cy="4055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631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F6E92-8E90-F0E2-8170-97D68C2BA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6AAD1-7DDD-404B-D25D-20494CEB6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EDA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18E50A6C-EFA3-DFA3-396E-590D653107AA}"/>
              </a:ext>
            </a:extLst>
          </p:cNvPr>
          <p:cNvGrpSpPr/>
          <p:nvPr/>
        </p:nvGrpSpPr>
        <p:grpSpPr>
          <a:xfrm>
            <a:off x="1775998" y="1889635"/>
            <a:ext cx="9000000" cy="3999808"/>
            <a:chOff x="3231362" y="4107542"/>
            <a:chExt cx="8640001" cy="3999808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5D2A1E7A-D6E7-2722-24B1-72E87700E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94709"/>
            <a:stretch>
              <a:fillRect/>
            </a:stretch>
          </p:blipFill>
          <p:spPr>
            <a:xfrm>
              <a:off x="3231362" y="4107542"/>
              <a:ext cx="8640000" cy="519564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A677E8F-5E0C-CB27-127D-A9E6928053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2963"/>
            <a:stretch>
              <a:fillRect/>
            </a:stretch>
          </p:blipFill>
          <p:spPr>
            <a:xfrm>
              <a:off x="3231363" y="4470400"/>
              <a:ext cx="8640000" cy="36369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94745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FADD-3ED0-4D87-E973-5D59BB50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271886-BAC8-DC8E-DF00-5BBFEC4D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EDA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B998340-044D-916E-F7F6-C773EDCC44D4}"/>
              </a:ext>
            </a:extLst>
          </p:cNvPr>
          <p:cNvGrpSpPr/>
          <p:nvPr/>
        </p:nvGrpSpPr>
        <p:grpSpPr>
          <a:xfrm>
            <a:off x="517303" y="1274082"/>
            <a:ext cx="2378297" cy="5035278"/>
            <a:chOff x="4369566" y="1822722"/>
            <a:chExt cx="2378297" cy="503527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908853E-E533-342F-A096-8D73A9D30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1944" r="31121"/>
            <a:stretch>
              <a:fillRect/>
            </a:stretch>
          </p:blipFill>
          <p:spPr>
            <a:xfrm>
              <a:off x="4369566" y="2190750"/>
              <a:ext cx="2378297" cy="466725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7B0ED855-29E0-1A74-D01E-040091C1C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11" r="31121" b="94222"/>
            <a:stretch>
              <a:fillRect/>
            </a:stretch>
          </p:blipFill>
          <p:spPr>
            <a:xfrm>
              <a:off x="4369566" y="1822722"/>
              <a:ext cx="2378297" cy="368028"/>
            </a:xfrm>
            <a:prstGeom prst="rect">
              <a:avLst/>
            </a:prstGeom>
          </p:spPr>
        </p:pic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312036A-D413-A0E9-1070-1BF94EF6B36B}"/>
              </a:ext>
            </a:extLst>
          </p:cNvPr>
          <p:cNvGrpSpPr/>
          <p:nvPr/>
        </p:nvGrpSpPr>
        <p:grpSpPr>
          <a:xfrm>
            <a:off x="4162260" y="360389"/>
            <a:ext cx="5837306" cy="3344836"/>
            <a:chOff x="3329746" y="3665564"/>
            <a:chExt cx="5837306" cy="3344836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17C79564-936B-4ACA-46F0-CF30B1140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93450"/>
            <a:stretch>
              <a:fillRect/>
            </a:stretch>
          </p:blipFill>
          <p:spPr>
            <a:xfrm>
              <a:off x="3329746" y="3665564"/>
              <a:ext cx="5837305" cy="449236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20ACF22E-22C1-6C7D-15D2-C6A179992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7778"/>
            <a:stretch>
              <a:fillRect/>
            </a:stretch>
          </p:blipFill>
          <p:spPr>
            <a:xfrm>
              <a:off x="3329747" y="4114800"/>
              <a:ext cx="5837305" cy="289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4308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66CF-CD4D-0612-916C-7959D9E6C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D3ACB3-C59C-9846-F868-3A794CD1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232170000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19</Words>
  <Application>Microsoft Office PowerPoint</Application>
  <PresentationFormat>Ecrã Panorâmico</PresentationFormat>
  <Paragraphs>12</Paragraphs>
  <Slides>13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13</vt:i4>
      </vt:variant>
    </vt:vector>
  </HeadingPairs>
  <TitlesOfParts>
    <vt:vector size="16" baseType="lpstr">
      <vt:lpstr>Arial</vt:lpstr>
      <vt:lpstr>Neue Haas Grotesk Text Pro</vt:lpstr>
      <vt:lpstr>VanillaVTI</vt:lpstr>
      <vt:lpstr>Apresentação do PowerPoint</vt:lpstr>
      <vt:lpstr>Tabela movies</vt:lpstr>
      <vt:lpstr>Tabela movies</vt:lpstr>
      <vt:lpstr>Tabela ratings</vt:lpstr>
      <vt:lpstr>Tabela ratings</vt:lpstr>
      <vt:lpstr>Tabela ratings</vt:lpstr>
      <vt:lpstr>Tabela links</vt:lpstr>
      <vt:lpstr>Tabela Tags</vt:lpstr>
      <vt:lpstr>EDA</vt:lpstr>
      <vt:lpstr>EDA</vt:lpstr>
      <vt:lpstr>EDA</vt:lpstr>
      <vt:lpstr>EDA</vt:lpstr>
      <vt:lpstr>EDA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Sérgio Patinha</dc:creator>
  <cp:lastModifiedBy>Sérgio Patinha</cp:lastModifiedBy>
  <cp:revision>2</cp:revision>
  <dcterms:created xsi:type="dcterms:W3CDTF">2025-10-27T18:26:16Z</dcterms:created>
  <dcterms:modified xsi:type="dcterms:W3CDTF">2025-10-27T20:14:50Z</dcterms:modified>
</cp:coreProperties>
</file>